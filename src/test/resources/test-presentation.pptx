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2024 Sales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</a:t>
            </a:r>
          </a:p>
          <a:p>
            <a:r>
              <a:t>Presented by Sales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Record-breaking revenue growth</a:t>
            </a:r>
          </a:p>
          <a:p>
            <a:pPr/>
            <a:r>
              <a:t>Expanded to 15 new markets</a:t>
            </a:r>
          </a:p>
          <a:p>
            <a:pPr/>
            <a:r>
              <a:t>Customer satisfaction at 98%</a:t>
            </a:r>
          </a:p>
          <a:p>
            <a:pPr/>
            <a:r>
              <a:t>Launched 4 major product 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SmartHome Pro - $2.5M revenue</a:t>
            </a:r>
          </a:p>
          <a:p>
            <a:pPr lvl="1"/>
            <a:r>
              <a:t>Best seller in North America</a:t>
            </a:r>
          </a:p>
          <a:p>
            <a:pPr/>
            <a:r>
              <a:t>EcoSensor X200 - $1.8M revenue</a:t>
            </a:r>
          </a:p>
          <a:p>
            <a:pPr lvl="1"/>
            <a:r>
              <a:t>Strong growth in Europe</a:t>
            </a:r>
          </a:p>
          <a:p>
            <a:pPr/>
            <a:r>
              <a:t>DataHub Elite - $3.2M revenue</a:t>
            </a:r>
          </a:p>
          <a:p>
            <a:pPr lvl="1"/>
            <a:r>
              <a:t>Enterprise market leader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Regional Sales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North America: 45%</a:t>
            </a:r>
          </a:p>
          <a:p>
            <a:pPr>
              <a:defRPr sz="2400"/>
            </a:pPr>
            <a:r>
              <a:t>Europe: 30%</a:t>
            </a:r>
          </a:p>
          <a:p>
            <a:pPr>
              <a:defRPr sz="2400"/>
            </a:pPr>
            <a:r>
              <a:t>Asia Pacific: 20%</a:t>
            </a:r>
          </a:p>
          <a:p>
            <a:pPr>
              <a:defRPr sz="2400"/>
            </a:pPr>
            <a:r>
              <a:t>Latin America: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Contact: sales@example.com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